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Arial"/>
              </a:rPr>
              <a:t>Yüce Rabbimizin fıtratımıza yerleştirdiği</a:t>
            </a:r>
            <a:br/>
            <a:r>
              <a:t>duygulardan biri de umuttur.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Arial"/>
              </a:rPr>
              <a:t>Umut; tam bir</a:t>
            </a:r>
            <a:br/>
            <a:r>
              <a:t>teslimiyetle Cenâb-ı Hakk’a sığınmak, O’nun</a:t>
            </a:r>
            <a:br/>
            <a:r>
              <a:t>yardımına ve desteğine sonsuz güvenmektir.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Arial"/>
              </a:rPr>
              <a:t>Tedbiri</a:t>
            </a:r>
            <a:br/>
            <a:r>
              <a:t>tevekkülle, sabrı çabayla birleştirerek, geçmişin</a:t>
            </a:r>
            <a:br/>
            <a:r>
              <a:t>muhasebesini yapıp geleceğe kararlılıkla yol</a:t>
            </a:r>
            <a:br/>
            <a:r>
              <a:t>almaktır.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Arial"/>
              </a:rPr>
              <a:t>Umut, kişinin hayata tutunmasını sağlayan,</a:t>
            </a:r>
            <a:br/>
            <a:r>
              <a:t>azim ve gayretini arttıran ilahi bir rahmettir.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Arial"/>
              </a:rPr>
              <a:t>Beden</a:t>
            </a:r>
            <a:br/>
            <a:r>
              <a:t>ve ruh sağlığını koruyan manevi bir güçtür.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Arial"/>
              </a:rPr>
              <a:t>Umutsuzluk ise, insanın yaşama sevincini yok</a:t>
            </a:r>
            <a:br/>
            <a:r>
              <a:t>eder.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Arial"/>
              </a:rPr>
              <a:t>Geleceğe dair hayallerini karartır.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Arial"/>
              </a:rPr>
              <a:t>Kişiyi</a:t>
            </a:r>
            <a:br/>
            <a:r>
              <a:t>tembelliğe düşürüp sorumluluktan uzaklaştırır.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Arial"/>
              </a:rPr>
              <a:t>Yüce</a:t>
            </a:r>
            <a:br/>
            <a:r>
              <a:t>Rabbimiz bu hususta bizleri şöyle uyarmaktadır: “De</a:t>
            </a:r>
            <a:br/>
            <a:r>
              <a:t>ki: Ey haddi aşarak kendilerine yazık eden</a:t>
            </a:r>
            <a:br/>
            <a:r>
              <a:t>kullarım!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Arial"/>
              </a:rPr>
              <a:t>Allah’ın rahmetinden ümidinizi</a:t>
            </a:r>
            <a:br/>
            <a:r>
              <a:t>kesmeyin.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Arial"/>
              </a:rPr>
              <a:t>Şüphesiz Allah bütün günahları</a:t>
            </a:r>
            <a:br/>
            <a:r>
              <a:t>affeder.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Arial"/>
              </a:rPr>
              <a:t>Çünkü O, çok bağışlayandır, çok</a:t>
            </a:r>
            <a:br/>
            <a:r>
              <a:t>merhamet edendir.”1</a:t>
            </a:r>
            <a:br/>
            <a:r>
              <a:t>Aziz Müminler!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Arial"/>
              </a:rPr>
              <a:t>Cenâb-ı Hakk’ın insanlığa gönderdiği bütün</a:t>
            </a:r>
            <a:br/>
            <a:r>
              <a:t>peygamberler, en ağır imtihanlar karşısında dahi</a:t>
            </a:r>
            <a:br/>
            <a:r>
              <a:t>ümitlerini asla yitirmemişlerdir.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Arial"/>
              </a:rPr>
              <a:t>Nitekim Hz. Âdem</a:t>
            </a:r>
            <a:br/>
            <a:r>
              <a:t>Allah’tan umutla bağışlanma dilemiştir.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Arial"/>
              </a:rPr>
              <a:t>Hz. Nûh,</a:t>
            </a:r>
            <a:br/>
            <a:r>
              <a:t>güzel söz ve tatlı dille evladına nasihat etmiş,</a:t>
            </a:r>
            <a:br/>
            <a:r>
              <a:t>“Yavrucuğum!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Arial"/>
              </a:rPr>
              <a:t>Bizimle beraber sen de gemiye</a:t>
            </a:r>
            <a:br/>
            <a:r>
              <a:t>bin, inkârcılarla birlikte olma.”</a:t>
            </a:r>
            <a:br/>
            <a:r>
              <a:t>2 diyerek onun</a:t>
            </a:r>
            <a:br/>
            <a:r>
              <a:t>hidayete ermesini ümitle beklemiştir.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Arial"/>
              </a:rPr>
              <a:t>Hz. Eyyûb,</a:t>
            </a:r>
            <a:br/>
            <a:r>
              <a:t>ağır hastalığına rağmen iyileşeceğine dair inancını</a:t>
            </a:r>
            <a:br/>
            <a:r>
              <a:t>asla kaybetmemiş, şifa bulmak için bütün tedavi</a:t>
            </a:r>
            <a:br/>
            <a:r>
              <a:t>yollarına başvurmuştur.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Arial"/>
              </a:rPr>
              <a:t>Allah Resûlü (s.a.s) ise,</a:t>
            </a:r>
            <a:br/>
            <a:r>
              <a:t>meşakkatler karşısında asla umutsuzluğa düşmemiş,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