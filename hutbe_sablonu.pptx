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Başlık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17" name="16 Alt Başlık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 smtClean="0"/>
              <a:t>Asıl alt başlık stilini düzenlemek için tıklatın</a:t>
            </a:r>
            <a:endParaRPr kumimoji="0" lang="en-US"/>
          </a:p>
        </p:txBody>
      </p:sp>
      <p:sp>
        <p:nvSpPr>
          <p:cNvPr id="30" name="29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20.07.2026</a:t>
            </a:fld>
            <a:endParaRPr lang="tr-TR"/>
          </a:p>
        </p:txBody>
      </p:sp>
      <p:sp>
        <p:nvSpPr>
          <p:cNvPr id="19" name="18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27" name="2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20.07.2026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20.07.2026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20.07.2026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20.07.2026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20.07.2026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20.07.2026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20.07.2026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ek Köşesi Kesik ve Yuvarlatılmış Dikdörtgen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Dik Üçgen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20.07.2026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tr-TR" smtClean="0"/>
              <a:t>Resim eklemek için simgeyi tıklatın</a:t>
            </a:r>
            <a:endParaRPr kumimoji="0" lang="en-US" dirty="0"/>
          </a:p>
        </p:txBody>
      </p:sp>
      <p:sp>
        <p:nvSpPr>
          <p:cNvPr id="10" name="9 Serbest Form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Serbest Form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20.07.2026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75050-0E15-4C5B-92B0-66D068882F1F}" type="datetimeFigureOut">
              <a:rPr lang="tr-TR" smtClean="0"/>
              <a:pPr/>
              <a:t>20.07.2026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Serbest Form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Serbest Form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Başlık Yer Tutucusu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0" name="29 Metin Yer Tutucusu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  <a:p>
            <a:pPr lvl="1" eaLnBrk="1" latinLnBrk="0" hangingPunct="1"/>
            <a:r>
              <a:rPr kumimoji="0" lang="tr-TR" smtClean="0"/>
              <a:t>İkinci düzey</a:t>
            </a:r>
          </a:p>
          <a:p>
            <a:pPr lvl="2" eaLnBrk="1" latinLnBrk="0" hangingPunct="1"/>
            <a:r>
              <a:rPr kumimoji="0" lang="tr-TR" smtClean="0"/>
              <a:t>Üçüncü düzey</a:t>
            </a:r>
          </a:p>
          <a:p>
            <a:pPr lvl="3" eaLnBrk="1" latinLnBrk="0" hangingPunct="1"/>
            <a:r>
              <a:rPr kumimoji="0" lang="tr-TR" smtClean="0"/>
              <a:t>Dördüncü düzey</a:t>
            </a:r>
          </a:p>
          <a:p>
            <a:pPr lvl="4" eaLnBrk="1" latinLnBrk="0" hangingPunct="1"/>
            <a:r>
              <a:rPr kumimoji="0" lang="tr-TR" smtClean="0"/>
              <a:t>Beşinci düzey</a:t>
            </a:r>
            <a:endParaRPr kumimoji="0" lang="en-US"/>
          </a:p>
        </p:txBody>
      </p:sp>
      <p:sp>
        <p:nvSpPr>
          <p:cNvPr id="10" name="9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9F75050-0E15-4C5B-92B0-66D068882F1F}" type="datetimeFigureOut">
              <a:rPr lang="tr-TR" smtClean="0"/>
              <a:pPr/>
              <a:t>20.07.2026</a:t>
            </a:fld>
            <a:endParaRPr lang="tr-TR"/>
          </a:p>
        </p:txBody>
      </p:sp>
      <p:sp>
        <p:nvSpPr>
          <p:cNvPr id="22" name="21 Altbilgi Yer Tutucusu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18" name="17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1DEFA8C-F947-479F-BE07-76B6B3F80BF1}" type="slidenum">
              <a:rPr lang="tr-TR" smtClean="0"/>
              <a:pPr/>
              <a:t>‹#›</a:t>
            </a:fld>
            <a:endParaRPr lang="tr-TR"/>
          </a:p>
        </p:txBody>
      </p:sp>
      <p:grpSp>
        <p:nvGrpSpPr>
          <p:cNvPr id="2" name="1 Grup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Serbest Form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Serbest Form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kış">
  <a:themeElements>
    <a:clrScheme name="Akış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Akış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kış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0</TotalTime>
  <Words>0</Words>
  <PresentationFormat>Ekran Gösterisi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2" baseType="lpstr">
      <vt:lpstr>Akış</vt:lpstr>
      <vt:lpstr>Slayt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creator>asus</dc:creator>
  <cp:lastModifiedBy>asus</cp:lastModifiedBy>
  <cp:revision>1</cp:revision>
  <dcterms:created xsi:type="dcterms:W3CDTF">2026-07-20T15:31:05Z</dcterms:created>
  <dcterms:modified xsi:type="dcterms:W3CDTF">2026-07-20T15:31:59Z</dcterms:modified>
</cp:coreProperties>
</file>